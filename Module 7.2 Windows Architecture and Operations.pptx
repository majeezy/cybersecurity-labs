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58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8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81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44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5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6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4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29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6336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23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37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98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17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12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30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619126"/>
            <a:ext cx="6620968" cy="2209800"/>
          </a:xfrm>
        </p:spPr>
        <p:txBody>
          <a:bodyPr/>
          <a:lstStyle/>
          <a:p>
            <a:r>
              <a:rPr lang="en-ZA" sz="4400" dirty="0"/>
              <a:t>Module 7.2: </a:t>
            </a:r>
            <a:r>
              <a:rPr sz="4400" dirty="0"/>
              <a:t>Windows Architecture and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3105150"/>
            <a:ext cx="6620968" cy="253365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Endpoint Security | Cisco Networking Academy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Prepared by: Kudzaishe Majeza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Abstraction Layer (HAL)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 is a layer between hardware and the operating system</a:t>
            </a:r>
          </a:p>
          <a:p>
            <a:r>
              <a:t>Allows Windows to work with different hardware types</a:t>
            </a:r>
          </a:p>
          <a:p>
            <a:r>
              <a:t>Provides a standard interface for drivers and the kernel</a:t>
            </a:r>
          </a:p>
          <a:p>
            <a:r>
              <a:t>Improves compatibility and portability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Mode vs Kernel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 operates in two main modes</a:t>
            </a:r>
          </a:p>
          <a:p>
            <a:r>
              <a:t>User Mode: where normal applications run</a:t>
            </a:r>
          </a:p>
          <a:p>
            <a:r>
              <a:t>Limited access to system resources</a:t>
            </a:r>
          </a:p>
          <a:p>
            <a:r>
              <a:t>Kernel Mode: core part of the OS runs here</a:t>
            </a:r>
          </a:p>
          <a:p>
            <a:r>
              <a:t>Has full access to hardware and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Two Modes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system stability and security</a:t>
            </a:r>
          </a:p>
          <a:p>
            <a:r>
              <a:t>User applications cannot directly affect hardware</a:t>
            </a:r>
          </a:p>
          <a:p>
            <a:r>
              <a:t>Prevents faulty apps from crashing the whole system</a:t>
            </a:r>
          </a:p>
          <a:p>
            <a:r>
              <a:t>Kernel handles critical tasks like memory and drivers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 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system manages how data is stored and retrieved</a:t>
            </a:r>
          </a:p>
          <a:p>
            <a:r>
              <a:t>Common Windows file systems: FAT32, NTFS, exFAT</a:t>
            </a:r>
          </a:p>
          <a:p>
            <a:r>
              <a:t>NTFS is the most widely used in modern Windows</a:t>
            </a:r>
          </a:p>
          <a:p>
            <a:r>
              <a:t>Supports permissions, encryption, and large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NTFS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and folder permissions</a:t>
            </a:r>
          </a:p>
          <a:p>
            <a:r>
              <a:t>Disk quotas</a:t>
            </a:r>
          </a:p>
          <a:p>
            <a:r>
              <a:t>File compression</a:t>
            </a:r>
          </a:p>
          <a:p>
            <a:r>
              <a:t>Encryption using EFS</a:t>
            </a:r>
          </a:p>
          <a:p>
            <a:r>
              <a:t>Journaling for data recovery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Alternate Data Streams (ADS)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of NTFS file system</a:t>
            </a:r>
          </a:p>
          <a:p>
            <a:r>
              <a:t>Allows multiple data streams in a single file</a:t>
            </a:r>
          </a:p>
          <a:p>
            <a:r>
              <a:t>Can store hidden information inside files</a:t>
            </a:r>
          </a:p>
          <a:p>
            <a:r>
              <a:t>Sometimes used by attackers to hide malware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Windows Boot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276351"/>
            <a:ext cx="6711654" cy="4972056"/>
          </a:xfrm>
        </p:spPr>
        <p:txBody>
          <a:bodyPr/>
          <a:lstStyle/>
          <a:p>
            <a:r>
              <a:rPr dirty="0"/>
              <a:t>Process that starts the computer and loads Windows</a:t>
            </a:r>
          </a:p>
          <a:p>
            <a:r>
              <a:rPr dirty="0"/>
              <a:t>Begins when the system is powered on</a:t>
            </a:r>
          </a:p>
          <a:p>
            <a:r>
              <a:rPr dirty="0"/>
              <a:t>BIOS/UEFI performs hardware checks</a:t>
            </a:r>
          </a:p>
          <a:p>
            <a:r>
              <a:rPr dirty="0"/>
              <a:t>Bootloader loads the Windows kernel</a:t>
            </a:r>
          </a:p>
          <a:p>
            <a:r>
              <a:rPr dirty="0"/>
              <a:t>Kernel initializes system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B97EC-334A-425E-BE5F-6F36E9233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46" y="3762379"/>
            <a:ext cx="5265876" cy="2941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Windows Startup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190625"/>
            <a:ext cx="6711654" cy="5057781"/>
          </a:xfrm>
        </p:spPr>
        <p:txBody>
          <a:bodyPr/>
          <a:lstStyle/>
          <a:p>
            <a:r>
              <a:rPr dirty="0"/>
              <a:t>Occurs after the kernel is loaded</a:t>
            </a:r>
          </a:p>
          <a:p>
            <a:r>
              <a:rPr dirty="0"/>
              <a:t>System services and drivers are started</a:t>
            </a:r>
          </a:p>
          <a:p>
            <a:r>
              <a:rPr dirty="0"/>
              <a:t>User login screen appears</a:t>
            </a:r>
          </a:p>
          <a:p>
            <a:r>
              <a:rPr dirty="0"/>
              <a:t>Startup programs are launched after login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D7D6E-7EB6-4B81-AEB6-DC2714186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3082695"/>
            <a:ext cx="8134350" cy="37753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Windows Shutdown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57325"/>
            <a:ext cx="6711654" cy="4791082"/>
          </a:xfrm>
        </p:spPr>
        <p:txBody>
          <a:bodyPr/>
          <a:lstStyle/>
          <a:p>
            <a:r>
              <a:rPr dirty="0"/>
              <a:t>Closes all running applications</a:t>
            </a:r>
          </a:p>
          <a:p>
            <a:r>
              <a:rPr dirty="0"/>
              <a:t>Stops system services</a:t>
            </a:r>
          </a:p>
          <a:p>
            <a:r>
              <a:rPr dirty="0"/>
              <a:t>Saves settings and system state</a:t>
            </a:r>
          </a:p>
          <a:p>
            <a:r>
              <a:rPr dirty="0"/>
              <a:t>Safely powers off the hardware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4553F-4780-4421-93C7-B1880C50D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00" y="3218816"/>
            <a:ext cx="6973275" cy="3486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Processes, Threads, and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Process: a running instance of a program</a:t>
            </a:r>
          </a:p>
          <a:p>
            <a:r>
              <a:t>Thread: a smaller unit of execution inside a process</a:t>
            </a:r>
          </a:p>
          <a:p>
            <a:r>
              <a:t>Services: background processes that run without user interaction</a:t>
            </a:r>
          </a:p>
          <a:p>
            <a:r>
              <a:t>Managed by Task Manager and Service Manager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Allocation and Handles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 manages memory for each process</a:t>
            </a:r>
          </a:p>
          <a:p>
            <a:r>
              <a:t>Prevents programs from interfering with each other</a:t>
            </a:r>
          </a:p>
          <a:p>
            <a:r>
              <a:t>Handles are references to system resources</a:t>
            </a:r>
          </a:p>
          <a:p>
            <a:r>
              <a:t>Used for files, devices, and memory objects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Windows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database for system and application settings</a:t>
            </a:r>
          </a:p>
          <a:p>
            <a:r>
              <a:t>Stores configuration information</a:t>
            </a:r>
          </a:p>
          <a:p>
            <a:r>
              <a:t>Organized into keys and values</a:t>
            </a:r>
          </a:p>
          <a:p>
            <a:r>
              <a:t>Critical for system operation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Registry Hives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sections of the Windows Registry</a:t>
            </a:r>
          </a:p>
          <a:p>
            <a:r>
              <a:t>Examples: HKEY_LOCAL_MACHINE, HKEY_CURRENT_USER</a:t>
            </a:r>
          </a:p>
          <a:p>
            <a:r>
              <a:t>Contain hardware, software, and user settings</a:t>
            </a:r>
          </a:p>
          <a:p>
            <a:r>
              <a:t>Changes should be made carefully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8509</TotalTime>
  <Words>419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Module 7.2: Windows Architecture and Operations</vt:lpstr>
      <vt:lpstr>Hardware Abstraction Layer (HAL)</vt:lpstr>
      <vt:lpstr>User Mode vs Kernel Mode</vt:lpstr>
      <vt:lpstr>Why the Two Modes Matter</vt:lpstr>
      <vt:lpstr>Windows File Systems</vt:lpstr>
      <vt:lpstr>NTFS Features</vt:lpstr>
      <vt:lpstr>Alternate Data Streams (ADS)</vt:lpstr>
      <vt:lpstr>Windows Boot Process</vt:lpstr>
      <vt:lpstr>Windows Startup</vt:lpstr>
      <vt:lpstr>Windows Shutdown</vt:lpstr>
      <vt:lpstr>Processes, Threads, and Services</vt:lpstr>
      <vt:lpstr>Memory Allocation and Handles</vt:lpstr>
      <vt:lpstr>The Windows Registry</vt:lpstr>
      <vt:lpstr>Registry Hives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Architecture and Operations</dc:title>
  <dc:subject/>
  <dc:creator>Kudzi Majeza</dc:creator>
  <cp:keywords/>
  <dc:description>generated using python-pptx</dc:description>
  <cp:lastModifiedBy>Kudzi Majeza</cp:lastModifiedBy>
  <cp:revision>5</cp:revision>
  <dcterms:created xsi:type="dcterms:W3CDTF">2013-01-27T09:14:16Z</dcterms:created>
  <dcterms:modified xsi:type="dcterms:W3CDTF">2026-02-19T12:45:34Z</dcterms:modified>
  <cp:category/>
</cp:coreProperties>
</file>